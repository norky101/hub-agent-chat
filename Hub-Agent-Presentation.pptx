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0" y="1097280"/>
            <a:ext cx="822960" cy="822960"/>
          </a:xfrm>
          <a:prstGeom prst="rect">
            <a:avLst/>
          </a:prstGeom>
          <a:solidFill>
            <a:srgbClr val="4F6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0">
                <a:solidFill>
                  <a:srgbClr val="12110F"/>
                </a:solidFill>
                <a:latin typeface="IBM Plex Sans"/>
              </a:defRPr>
            </a:pPr>
            <a:r>
              <a:t>Hub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8A8681"/>
                </a:solidFill>
                <a:latin typeface="IBM Plex Sans"/>
              </a:defRPr>
            </a:pPr>
            <a:r>
              <a:t>AI-Powered Webhook Pipeline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F6EF7"/>
                </a:solidFill>
                <a:latin typeface="IBM Plex Sans"/>
              </a:defRPr>
            </a:pPr>
            <a:r>
              <a:t>hub-agent-chat.pages.dev  |  github.com/Norky101/hub-agent-chat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681"/>
                </a:solidFill>
                <a:latin typeface="IBM Plex Sans"/>
              </a:defRPr>
            </a:pPr>
            <a:r>
              <a:t>Noah Pilkington  —  Frontend Evaluation for Aaron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2110F"/>
                </a:solidFill>
                <a:latin typeface="IBM Plex Sans"/>
              </a:defRPr>
            </a:pPr>
            <a:r>
              <a:t>What I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681"/>
                </a:solidFill>
                <a:latin typeface="IBM Plex Sans"/>
              </a:defRPr>
            </a:pPr>
            <a:r>
              <a:t>A React conversation component where an AI agent talks to a user about their webhook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IBM Plex Sans"/>
              </a:defRPr>
            </a:pPr>
            <a:r>
              <a:t>SPEC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110F"/>
                </a:solidFill>
                <a:latin typeface="IBM Plex Sans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✓  4 response types: prose, metric card, data table, action buttons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✓  IBM Plex Sans/Mono, #4F6EF7 accent, #f8f7f4 bg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✓  Input bar with send, timestamps, agent name, smooth scroll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✓  Mobile responsive (375px — 1440px)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✓  Deployed to Cloudflare Pages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✓  Inline styles only — zero CSS files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✓  36 tests passing via npm test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✓  40 decisions documented in DECISIONS.md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IBM Plex Sans"/>
              </a:defRPr>
            </a:pPr>
            <a:r>
              <a:t>BEYOND THE SPEC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688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2110F"/>
                </a:solidFill>
                <a:latin typeface="IBM Plex Sans"/>
              </a:defRPr>
            </a:pP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Expandable table rows + metric card drill-down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Inline trust signals (LIVE / FROM LOGS)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Collapsible reasoning trail — "How I got here"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Proactive incident alerts with "Assign to AI Agent"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Contextual follow-up suggestions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Voice input via Web Speech API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Viewport focus fade — scroll-aware opacity</a:t>
            </a:r>
          </a:p>
          <a:p>
            <a:pPr>
              <a:spcBef>
                <a:spcPts val="600"/>
              </a:spcBef>
              <a:defRPr sz="1400" b="0">
                <a:solidFill>
                  <a:srgbClr val="12110F"/>
                </a:solidFill>
                <a:latin typeface="IBM Plex Sans"/>
              </a:defRPr>
            </a:pPr>
            <a:r>
              <a:t>Copy button, tab notifications, branded favicon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2110F"/>
                </a:solidFill>
                <a:latin typeface="IBM Plex Sans"/>
              </a:defRPr>
            </a:pPr>
            <a:r>
              <a:t>A Sharp Colleague, Not Customer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681"/>
                </a:solidFill>
                <a:latin typeface="IBM Plex Sans"/>
              </a:defRPr>
            </a:pPr>
            <a:r>
              <a:t>The agent doesn't just report data — it diagnoses, recommends, and 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IBM Plex Sans"/>
              </a:defRPr>
            </a:pPr>
            <a:r>
              <a:t>DIAGNOSE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10F"/>
                </a:solidFill>
                <a:latin typeface="IBM Plex Sans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"GitHub's API gateway is throttling"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"Response times jumped 200ms → 12s"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"47 events in retry queue, expire in 6h"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Shows reasoning trail on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IBM Plex Sans"/>
              </a:defRPr>
            </a:pPr>
            <a:r>
              <a:t>RECOMMEND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6517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10F"/>
                </a:solidFill>
                <a:latin typeface="IBM Plex Sans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"Retry with 30s extended timeout"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"~80% should recover past the bottleneck"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"Retry again in 1h when load drops"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Specific, actionable, not generic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IBM Plex Sans"/>
              </a:defRPr>
            </a:pPr>
            <a: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65176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10F"/>
                </a:solidFill>
                <a:latin typeface="IBM Plex Sans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Click "Retry" → agent reports progress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Click "View Logs" → analysis → more actions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Click "Assign to AI Agent" → full autonomy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Proactive alerts when incidents happen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2110F"/>
                </a:solidFill>
                <a:latin typeface="IBM Plex Sans"/>
              </a:defRPr>
            </a:pPr>
            <a:r>
              <a:t>Industry Gaps This Component Addresses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681"/>
                </a:solidFill>
                <a:latin typeface="IBM Plex Sans"/>
              </a:defRPr>
            </a:pPr>
            <a:r>
              <a:t>Based on analysis of ChatGPT, Claude, Dust.tt, Intercom Fin, and Glean.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110F"/>
                </a:solidFill>
                <a:latin typeface="IBM Plex Sans"/>
              </a:defRPr>
            </a:pPr>
            <a:r>
              <a:t>Data locked in prose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103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681"/>
                </a:solidFill>
                <a:latin typeface="IBM Plex Sans"/>
              </a:defRPr>
            </a:pPr>
            <a:r>
              <a:t>We render metrics, tables, and sparklines as first-class elements — not paragraphs.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110F"/>
                </a:solidFill>
                <a:latin typeface="IBM Plex Sans"/>
              </a:defRPr>
            </a:pPr>
            <a:r>
              <a:t>No trust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9718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681"/>
                </a:solidFill>
                <a:latin typeface="IBM Plex Sans"/>
              </a:defRPr>
            </a:pPr>
            <a:r>
              <a:t>Inline LIVE / FROM LOGS tags at the claim level. Nobody else ships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7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110F"/>
                </a:solidFill>
                <a:latin typeface="IBM Plex Sans"/>
              </a:defRPr>
            </a:pPr>
            <a:r>
              <a:t>Answers stop at information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8404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681"/>
                </a:solidFill>
                <a:latin typeface="IBM Plex Sans"/>
              </a:defRPr>
            </a:pPr>
            <a:r>
              <a:t>Action buttons trigger real responses. "Assign to AI Agent" delegates autonomously.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110F"/>
                </a:solidFill>
                <a:latin typeface="IBM Plex Sans"/>
              </a:defRPr>
            </a:pPr>
            <a:r>
              <a:t>Follow-up is broken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7091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681"/>
                </a:solidFill>
                <a:latin typeface="IBM Plex Sans"/>
              </a:defRPr>
            </a:pPr>
            <a:r>
              <a:t>Contextual suggestion pills guide the next question. Every pill produces a rich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2110F"/>
                </a:solidFill>
                <a:latin typeface="IBM Plex Sans"/>
              </a:defRPr>
            </a:pPr>
            <a:r>
              <a:t>Chat can't show agent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5778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681"/>
                </a:solidFill>
                <a:latin typeface="IBM Plex Sans"/>
              </a:defRPr>
            </a:pPr>
            <a:r>
              <a:t>Collapsible reasoning trail shows investigation steps. Proactive alerts show monitoring.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12110F"/>
                </a:solidFill>
                <a:latin typeface="IBM Plex Sans"/>
              </a:defRPr>
            </a:pPr>
            <a:r>
              <a:t>Architecture &amp;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IBM Plex Sans"/>
              </a:defRPr>
            </a:pPr>
            <a:r>
              <a:t>COMPONENT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2110F"/>
                </a:solidFill>
                <a:latin typeface="IBM Plex Sans"/>
              </a:defRPr>
            </a:pP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App.jsx — state, mock data, action handlers</a:t>
            </a: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ChatWindow — scroll area, typing indicator, new chat</a:t>
            </a: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MessageBubble — routes blocks to components</a:t>
            </a: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MetricCard — expandable, sparkline, trend badge</a:t>
            </a: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DataTable — expandable rows, status badges</a:t>
            </a: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ActionButtons — click-once with agent responses</a:t>
            </a: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AlertBanner — proactive incident notifications</a:t>
            </a: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InputBar — textarea, mic, send</a:t>
            </a: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SourceTag / ReasoningTrail / FollowUps</a:t>
            </a:r>
          </a:p>
          <a:p>
            <a:pPr>
              <a:spcBef>
                <a:spcPts val="600"/>
              </a:spcBef>
              <a:defRPr sz="1200" b="0">
                <a:solidFill>
                  <a:srgbClr val="12110F"/>
                </a:solidFill>
                <a:latin typeface="IBM Plex Sans"/>
              </a:defRPr>
            </a:pPr>
            <a:r>
              <a:t>HubLogo — custom SVG brand 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IBM Plex Sans"/>
              </a:defRPr>
            </a:pPr>
            <a:r>
              <a:t>BY THE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10F"/>
                </a:solidFill>
                <a:latin typeface="IBM Plex Sans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13 components  |  2 custom hooks  |  1 theme file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36 tests across 6 test files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40 documented decisions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Zero runtime dependencies beyond React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All inline styles — no CSS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F6EF7"/>
                </a:solidFill>
                <a:latin typeface="IBM Plex Sans"/>
              </a:defRPr>
            </a:pPr>
            <a:r>
              <a:t>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2062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2110F"/>
                </a:solidFill>
                <a:latin typeface="IBM Plex Sans"/>
              </a:defRPr>
            </a:pPr>
          </a:p>
          <a:p>
            <a:pPr>
              <a:spcBef>
                <a:spcPts val="600"/>
              </a:spcBef>
              <a:defRPr sz="1300" b="0">
                <a:solidFill>
                  <a:srgbClr val="4F6EF7"/>
                </a:solidFill>
                <a:latin typeface="IBM Plex Sans"/>
              </a:defRPr>
            </a:pPr>
            <a:r>
              <a:t>Live: hub-agent-chat.pages.dev</a:t>
            </a:r>
          </a:p>
          <a:p>
            <a:pPr>
              <a:spcBef>
                <a:spcPts val="600"/>
              </a:spcBef>
              <a:defRPr sz="1300" b="0">
                <a:solidFill>
                  <a:srgbClr val="4F6EF7"/>
                </a:solidFill>
                <a:latin typeface="IBM Plex Sans"/>
              </a:defRPr>
            </a:pPr>
            <a:r>
              <a:t>Repo: github.com/Norky101/hub-agent-chat</a:t>
            </a:r>
          </a:p>
          <a:p>
            <a:pPr>
              <a:spcBef>
                <a:spcPts val="600"/>
              </a:spcBef>
              <a:defRPr sz="1300" b="0">
                <a:solidFill>
                  <a:srgbClr val="12110F"/>
                </a:solidFill>
                <a:latin typeface="IBM Plex Sans"/>
              </a:defRPr>
            </a:pPr>
            <a:r>
              <a:t>Decisions: DECISIONS.md (40 entries)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